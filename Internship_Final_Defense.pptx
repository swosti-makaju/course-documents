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7159752" y="-2743200"/>
            <a:ext cx="8229600" cy="8229600"/>
          </a:xfrm>
          <a:prstGeom prst="ellipse">
            <a:avLst/>
          </a:prstGeom>
          <a:solidFill>
            <a:srgbClr val="283874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283874">
              <a:alpha val="5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722876" y="685800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work/assets/logo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57115" y="685800"/>
            <a:ext cx="2478405" cy="1028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148840"/>
            <a:ext cx="121889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10360152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Mobile Based App Development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 Flutter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at Aeditech Software Company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22376" y="5074920"/>
            <a:ext cx="0" cy="685800"/>
          </a:xfrm>
          <a:prstGeom prst="line">
            <a:avLst/>
          </a:prstGeom>
          <a:noFill/>
          <a:ln w="12700">
            <a:solidFill>
              <a:srgbClr val="4450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507492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13816" y="53492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Swosti Makaju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65576" y="5074920"/>
            <a:ext cx="0" cy="685800"/>
          </a:xfrm>
          <a:prstGeom prst="line">
            <a:avLst/>
          </a:prstGeom>
          <a:noFill/>
          <a:ln w="12700">
            <a:solidFill>
              <a:srgbClr val="4450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57016" y="507492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 REG. NO.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557016" y="53492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6-2-1131-55-2022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8776" y="5074920"/>
            <a:ext cx="0" cy="685800"/>
          </a:xfrm>
          <a:prstGeom prst="line">
            <a:avLst/>
          </a:prstGeom>
          <a:noFill/>
          <a:ln w="12700">
            <a:solidFill>
              <a:srgbClr val="4450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0216" y="507492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300216" y="53492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Mr. Prajwal Bista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51976" y="5074920"/>
            <a:ext cx="0" cy="685800"/>
          </a:xfrm>
          <a:prstGeom prst="line">
            <a:avLst/>
          </a:prstGeom>
          <a:noFill/>
          <a:ln w="12700">
            <a:solidFill>
              <a:srgbClr val="4450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43416" y="507492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043416" y="5349240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81912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 txBox="1"/>
          <p:nvPr/>
        </p:nvSpPr>
        <p:spPr>
          <a:xfrm>
            <a:off x="548640" y="1581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175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002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Overview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175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4144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 Details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 txBox="1"/>
          <p:nvPr/>
        </p:nvSpPr>
        <p:spPr>
          <a:xfrm>
            <a:off x="548640" y="326440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175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82696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105656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 txBox="1"/>
          <p:nvPr/>
        </p:nvSpPr>
        <p:spPr>
          <a:xfrm>
            <a:off x="548640" y="4105656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175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123944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946904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 txBox="1"/>
          <p:nvPr/>
        </p:nvSpPr>
        <p:spPr>
          <a:xfrm>
            <a:off x="548640" y="494690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175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65192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&amp; Scope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788152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 txBox="1"/>
          <p:nvPr/>
        </p:nvSpPr>
        <p:spPr>
          <a:xfrm>
            <a:off x="548640" y="578815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175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8064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Development Log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46520" y="1581912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 txBox="1"/>
          <p:nvPr/>
        </p:nvSpPr>
        <p:spPr>
          <a:xfrm>
            <a:off x="6446520" y="158191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175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60020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46520" y="2423160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 txBox="1"/>
          <p:nvPr/>
        </p:nvSpPr>
        <p:spPr>
          <a:xfrm>
            <a:off x="6446520" y="2423160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175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441448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 &amp; Responsibilities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46520" y="3264408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8"/>
          <p:cNvSpPr txBox="1"/>
          <p:nvPr/>
        </p:nvSpPr>
        <p:spPr>
          <a:xfrm>
            <a:off x="6446520" y="3264408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175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3282696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&amp; System Interface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446520" y="4105656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1"/>
          <p:cNvSpPr txBox="1"/>
          <p:nvPr/>
        </p:nvSpPr>
        <p:spPr>
          <a:xfrm>
            <a:off x="6446520" y="4105656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175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4123944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Outcomes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6446520" y="4946904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4"/>
          <p:cNvSpPr txBox="1"/>
          <p:nvPr/>
        </p:nvSpPr>
        <p:spPr>
          <a:xfrm>
            <a:off x="6446520" y="4946904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2175" dirty="0"/>
          </a:p>
        </p:txBody>
      </p:sp>
      <p:sp>
        <p:nvSpPr>
          <p:cNvPr id="37" name="Text 35"/>
          <p:cNvSpPr txBox="1"/>
          <p:nvPr/>
        </p:nvSpPr>
        <p:spPr>
          <a:xfrm>
            <a:off x="7223760" y="4965192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Next Steps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446520" y="5788152"/>
            <a:ext cx="585216" cy="58521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9" name="Text 37"/>
          <p:cNvSpPr txBox="1"/>
          <p:nvPr/>
        </p:nvSpPr>
        <p:spPr>
          <a:xfrm>
            <a:off x="6446520" y="5788152"/>
            <a:ext cx="58521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7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2175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58064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•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371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Aeditech Software Company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Nepal-based startup focused on web and mobile solutions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0255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Details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2194560"/>
            <a:ext cx="48371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Position: Mobile App Developer (Flutter Intern)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Mobile Application Development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Period: 15 June – 16 September 2026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402336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Arrangement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434840"/>
            <a:ext cx="48371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11:00 AM – 6:00 PM, 6 days/week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model with team meetings and code reviews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38404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02552" y="402336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Focus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4434840"/>
            <a:ext cx="4837176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Cross-platform Flutter development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 &amp; REST API integration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and debugging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• ORGANIZATION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Organization Details &amp; Working Domains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31455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Aeditech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3145536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Nepal-based startup software company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customized web &amp; mobile solutions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Collaborative, client-focused culture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4672" y="3886200"/>
            <a:ext cx="314553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Domains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04672" y="4206240"/>
            <a:ext cx="3145536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&amp; Testing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Maintenance &amp; Support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600200"/>
            <a:ext cx="706831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28032" y="1783080"/>
            <a:ext cx="65562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 Hierarchy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pic>
        <p:nvPicPr>
          <p:cNvPr id="32" name="Picture 31" descr="ChatGPT Image Sep 29, 2026, 08_56_4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2745" y="2207260"/>
            <a:ext cx="5306695" cy="3312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• PROJECTS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Chhingu Online Service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" y="2130552"/>
            <a:ext cx="4837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 contribution</a:t>
            </a:r>
            <a:endParaRPr lang="en-US" sz="1400" i="1" dirty="0">
              <a:solidFill>
                <a:srgbClr val="F299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2468880"/>
            <a:ext cx="4837176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LC Issue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CCV1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Flight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Application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Exam-related services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4617720"/>
            <a:ext cx="483717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authentication, home, services, profile, admin, user and process-record screens.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0255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Nibangsh Consultancy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2552" y="2130552"/>
            <a:ext cx="483717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internship project</a:t>
            </a:r>
            <a:endParaRPr lang="en-US" sz="1400" i="1" dirty="0">
              <a:solidFill>
                <a:srgbClr val="F2994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02552" y="2468880"/>
            <a:ext cx="4837176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registration &amp; profiles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forms &amp; tracking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Countries &amp; universities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Books and MCQ practice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&amp; student/admin workflows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•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0350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55229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Challenges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5522976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paperwork and form filling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 in-person office visits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Fragmented communication channels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 document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visibility of application status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Increased administrative workload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068312" y="1600200"/>
            <a:ext cx="457200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88352" y="1965960"/>
            <a:ext cx="3931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88352" y="2377440"/>
            <a:ext cx="3931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centralized mobile platform to simplify and digitalize the consultancy process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88352" y="4069080"/>
            <a:ext cx="3931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Simplifying service requests, document handling, application processing and status tracking for both students and administrators.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• DIRECTION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hands-on Flutter development experience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cross-platform Android/iOS application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forms, service requests and tracking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role-based student/admin modules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Flutter with Django REST APIs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responsive, user-friendly interfaces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0255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</a:t>
            </a:r>
            <a:endParaRPr lang="en-US" sz="16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0255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+ Dart cross-platform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Consultancy workflow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and administrator access levels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and document workflows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status management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data exchange on PostgreSQL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• TIMELINE (1/2)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Weekly Development Log — Weeks 1–6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20116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 txBox="1"/>
          <p:nvPr/>
        </p:nvSpPr>
        <p:spPr>
          <a:xfrm>
            <a:off x="75438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7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6479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 — Chhingu Online Service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75688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Orientation, requirement gathering, and core screens: auth, home, services, profile, admin.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2260" y="20116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 txBox="1"/>
          <p:nvPr/>
        </p:nvSpPr>
        <p:spPr>
          <a:xfrm>
            <a:off x="665226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7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76479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2 — Requirement Planning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75688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Nibangsh requirements; finalized student and admin feature 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4380" y="3593592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 txBox="1"/>
          <p:nvPr/>
        </p:nvSpPr>
        <p:spPr>
          <a:xfrm>
            <a:off x="754380" y="3593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7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346704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 — Core Screens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57600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onboarding, authentication, student form-fillup, and dashboard screens.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182112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2260" y="3593592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 txBox="1"/>
          <p:nvPr/>
        </p:nvSpPr>
        <p:spPr>
          <a:xfrm>
            <a:off x="6652260" y="3593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7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346704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 — Profile &amp; Documents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657600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countries, documents, and profile screens; made forms editable.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" y="5175504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 txBox="1"/>
          <p:nvPr/>
        </p:nvSpPr>
        <p:spPr>
          <a:xfrm>
            <a:off x="754380" y="51755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7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2861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 — Uploads &amp; Notifications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2395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image/PDF picker and camera; started admin overview and settings screens.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4764024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52260" y="5175504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30"/>
          <p:cNvSpPr txBox="1"/>
          <p:nvPr/>
        </p:nvSpPr>
        <p:spPr>
          <a:xfrm>
            <a:off x="6652260" y="51755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7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492861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6 — Process Tracking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52395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process-tracking screens 4–10, approval screen, and books module.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• TIMELINE (2/2)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Weekly Development Log — Weeks 7–12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4380" y="20116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 txBox="1"/>
          <p:nvPr/>
        </p:nvSpPr>
        <p:spPr>
          <a:xfrm>
            <a:off x="75438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87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76479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7 — MCQ &amp; Universities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75688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forgot password, FAQ, MCQ screens, and university/course screens.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52260" y="201168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 txBox="1"/>
          <p:nvPr/>
        </p:nvSpPr>
        <p:spPr>
          <a:xfrm>
            <a:off x="665226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87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176479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8 — Auth Integration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75688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Login &amp; Signup with the Django backend; tested the authentication flow.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4380" y="3593592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 txBox="1"/>
          <p:nvPr/>
        </p:nvSpPr>
        <p:spPr>
          <a:xfrm>
            <a:off x="754380" y="3593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87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346704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9 — Books &amp; MCQ APIs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57600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Books and MCQ modules with the Django REST backend.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182112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2260" y="3593592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 txBox="1"/>
          <p:nvPr/>
        </p:nvSpPr>
        <p:spPr>
          <a:xfrm>
            <a:off x="6652260" y="3593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87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346704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10 — Content Testing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657600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Added sample books, MCQs, and question sets; validated content management.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64024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" y="5175504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 txBox="1"/>
          <p:nvPr/>
        </p:nvSpPr>
        <p:spPr>
          <a:xfrm>
            <a:off x="754380" y="51755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87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2861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11 — Deployment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2395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the Django backend on Render; built the MCQ Review feature.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4764024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52260" y="5175504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30"/>
          <p:cNvSpPr txBox="1"/>
          <p:nvPr/>
        </p:nvSpPr>
        <p:spPr>
          <a:xfrm>
            <a:off x="6652260" y="517550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87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4928616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12 — Final Refinement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523951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testing; submitted to the App Store (under review), Play Store in process.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•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Technology Stack &amp; Development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widgets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&amp; iOS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3659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REST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 — JSON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(deployment)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1248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6851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Approach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6851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Android Studio / VS Code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Figma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&amp; image/PDF picker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669280"/>
            <a:ext cx="105430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Weekly development  →  mentor review  →  testing  →  refinement  → 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• CONTRIBUTION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Roles &amp; Responsibilities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920240"/>
            <a:ext cx="4764024" cy="402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analysis and project understanding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and developed responsive Flutter interfaces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 reusable widgets with consistent navigation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student modules: Login, Signup, Dashboard, Profile, Countries, Universities,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notifications, Books and MCQ modules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39128" y="1920240"/>
            <a:ext cx="4764024" cy="402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administrator screens for students, applications, notifications, books and processes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Login, Signup, Books and MCQ with Django REST APIs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image/PDF selection and camera functionality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Performed testing, debugging and UI improvements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Collaborated with backend developers; used Git for version control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• PROGRESS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Progress &amp; Backend Integration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Completed UI Work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student/admin screens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Forms and process flow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interfaces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upload UI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 and FAQ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3659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73659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Signup &amp; Login APIs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flow testing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Books API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MCQ API &amp; JSON handling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MCQ Review feature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12480" y="1600200"/>
            <a:ext cx="3593592" cy="3749040"/>
          </a:xfrm>
          <a:prstGeom prst="roundRect">
            <a:avLst>
              <a:gd name="adj" fmla="val 3053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68512" y="1783080"/>
            <a:ext cx="30815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Work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68512" y="2194560"/>
            <a:ext cx="308152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API integrations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process workflow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Further testing &amp; debugging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refinement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Cross-module data sync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Frontend substantially developed; remaining backend integrations and refinement are ongoing.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• INTERFACE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Interface — Nibangsh Consultancy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468880" cy="4160520"/>
          </a:xfrm>
          <a:prstGeom prst="roundRect">
            <a:avLst>
              <a:gd name="adj" fmla="val 6667"/>
            </a:avLst>
          </a:prstGeom>
          <a:solidFill>
            <a:srgbClr val="1C2238"/>
          </a:solidFill>
          <a:effectLst>
            <a:outerShdw blurRad="152400" dist="508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work/assets/screen_login.jpe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8368" y="1709928"/>
            <a:ext cx="2249424" cy="3621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58968"/>
            <a:ext cx="24688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1600200"/>
            <a:ext cx="2468880" cy="4160520"/>
          </a:xfrm>
          <a:prstGeom prst="roundRect">
            <a:avLst>
              <a:gd name="adj" fmla="val 6667"/>
            </a:avLst>
          </a:prstGeom>
          <a:solidFill>
            <a:srgbClr val="1C2238"/>
          </a:solidFill>
          <a:effectLst>
            <a:outerShdw blurRad="152400" dist="508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9" name="Image 1" descr="/home/claude/work/assets/screen_dashboard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47288" y="1709928"/>
            <a:ext cx="2249424" cy="3621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37560" y="5458968"/>
            <a:ext cx="24688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Dashboard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26480" y="1600200"/>
            <a:ext cx="2468880" cy="4160520"/>
          </a:xfrm>
          <a:prstGeom prst="roundRect">
            <a:avLst>
              <a:gd name="adj" fmla="val 6667"/>
            </a:avLst>
          </a:prstGeom>
          <a:solidFill>
            <a:srgbClr val="1C2238"/>
          </a:solidFill>
          <a:effectLst>
            <a:outerShdw blurRad="152400" dist="508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2" name="Image 2" descr="/home/claude/work/assets/screen_mcq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6208" y="1709928"/>
            <a:ext cx="2249424" cy="3621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5458968"/>
            <a:ext cx="24688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MCQ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915400" y="1600200"/>
            <a:ext cx="2468880" cy="4160520"/>
          </a:xfrm>
          <a:prstGeom prst="roundRect">
            <a:avLst>
              <a:gd name="adj" fmla="val 6667"/>
            </a:avLst>
          </a:prstGeom>
          <a:solidFill>
            <a:srgbClr val="1C2238"/>
          </a:solidFill>
          <a:effectLst>
            <a:outerShdw blurRad="152400" dist="508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5" name="Image 3" descr="/home/claude/work/assets/screen_admi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25128" y="1709928"/>
            <a:ext cx="2249424" cy="3621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15400" y="5458968"/>
            <a:ext cx="246888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• GROWTH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Skills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&amp; Dart development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Responsive UI and reusable widgets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integration with Django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data handling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interfaces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and image/PDF picker integration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concepts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Testing, debugging and Git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0255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Skills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0255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with mentors and developers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Teamwork and collaboration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Problem-solving and debugging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management and weekly planning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understanding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learning and self-study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thinking and decision-making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on usability and maintainability</a:t>
            </a:r>
            <a:endParaRPr lang="en-US" sz="14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8FD"/>
          </a:solidFill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•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Limitations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backend modules are still being integrated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few frontend features depend on API readiness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push notifications, offline sync, and multilingual support are not yet implemented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iOS version is under App Store review; Google Play Store release is in process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EAF0FB"/>
          </a:solidFill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702552" y="1783080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Phase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02552" y="2194560"/>
            <a:ext cx="4837176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remaining API integrations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application-process data workflows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testing and debugging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data synchronization and usability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 the application using mentor/user feedback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2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Consider live chat and payment gateway in future versions</a:t>
            </a:r>
            <a:endParaRPr lang="en-US" sz="1600" dirty="0">
              <a:solidFill>
                <a:srgbClr val="1C223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8074152" y="3200400"/>
            <a:ext cx="6400800" cy="6400800"/>
          </a:xfrm>
          <a:prstGeom prst="ellipse">
            <a:avLst/>
          </a:prstGeom>
          <a:solidFill>
            <a:srgbClr val="283874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•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43032" cy="4480560"/>
          </a:xfrm>
          <a:prstGeom prst="roundRect">
            <a:avLst>
              <a:gd name="adj" fmla="val 2449"/>
            </a:avLst>
          </a:prstGeom>
          <a:solidFill>
            <a:srgbClr val="283874">
              <a:alpha val="80000"/>
            </a:srgbClr>
          </a:solidFill>
        </p:spPr>
      </p:sp>
      <p:sp>
        <p:nvSpPr>
          <p:cNvPr id="7" name="Text 5"/>
          <p:cNvSpPr txBox="1"/>
          <p:nvPr/>
        </p:nvSpPr>
        <p:spPr>
          <a:xfrm>
            <a:off x="1188720" y="1965960"/>
            <a:ext cx="9811512" cy="3840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Gained practical experience in cross-platform mobile application development using Flutter.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Contributed to Chhingu Online Service and the Nibangsh Consultancy Application.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Developed student and admin interfaces, forms, workflows and device-level features.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Integrated Flutter with Django REST APIs for authentication, Books and MCQ modules.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Strengthened technical skills along with communication, teamwork, planning and problem-solving abilities.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E8ECF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Successfully connected academic knowledge with real-world software development practice.</a:t>
            </a:r>
            <a:endParaRPr lang="en-US" dirty="0">
              <a:solidFill>
                <a:srgbClr val="E8ECF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DEFENSE • SWOSTI MAKAJU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283874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531352" y="3200400"/>
            <a:ext cx="6400800" cy="6400800"/>
          </a:xfrm>
          <a:prstGeom prst="ellipse">
            <a:avLst/>
          </a:prstGeom>
          <a:solidFill>
            <a:srgbClr val="283874">
              <a:alpha val="5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99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Queries?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Swosti Makaju  •  Mobile App Developer (Flutter Intern)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7844</Words>
  <Application>WPS Presentation</Application>
  <PresentationFormat>On-screen Show (16:9)</PresentationFormat>
  <Paragraphs>479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Swosti Makaju</cp:lastModifiedBy>
  <cp:revision>15</cp:revision>
  <dcterms:created xsi:type="dcterms:W3CDTF">2026-10-04T11:34:00Z</dcterms:created>
  <dcterms:modified xsi:type="dcterms:W3CDTF">2026-10-04T14:14:35Z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1FE7C2D993824F249D62EDA420B891A3_12</vt:lpwstr>
  </property>
</Properties>
</file>