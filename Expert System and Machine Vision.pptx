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Expert System And Machine Vision 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Chapter 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dirty="0" smtClean="0"/>
              <a:t>An Expert System is a branch of Artificial Intelligence designed to simulate the decision-making ability of a human expert.</a:t>
            </a:r>
          </a:p>
          <a:p>
            <a:pPr fontAlgn="base"/>
            <a:r>
              <a:rPr lang="en-US" dirty="0" smtClean="0"/>
              <a:t>Works like a human specialist like a doctor, engineer, lawyer, etc.</a:t>
            </a:r>
          </a:p>
          <a:p>
            <a:pPr fontAlgn="base"/>
            <a:r>
              <a:rPr lang="en-US" dirty="0" smtClean="0"/>
              <a:t>Uses stored knowledge and logical rules to solve problems.</a:t>
            </a:r>
          </a:p>
          <a:p>
            <a:pPr fontAlgn="base"/>
            <a:r>
              <a:rPr lang="en-US" dirty="0" smtClean="0"/>
              <a:t>Gives consistent and quick decisions.</a:t>
            </a:r>
          </a:p>
          <a:p>
            <a:pPr fontAlgn="base"/>
            <a:r>
              <a:rPr lang="en-US" dirty="0" smtClean="0"/>
              <a:t>Mostly used in diagnosis, troubleshooting and planning.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Architecture of an Expert System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 User Interface (UI)</a:t>
            </a:r>
          </a:p>
          <a:p>
            <a:r>
              <a:rPr lang="en-US" dirty="0" smtClean="0"/>
              <a:t>Allows communication between the user and the expert system. </a:t>
            </a:r>
          </a:p>
          <a:p>
            <a:r>
              <a:rPr lang="en-US" dirty="0" smtClean="0"/>
              <a:t>Takes user input and displays recommendations. </a:t>
            </a:r>
          </a:p>
          <a:p>
            <a:r>
              <a:rPr lang="en-US" b="1" dirty="0" smtClean="0"/>
              <a:t>Example: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Doctor enters patient symptoms.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Knowledge 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The </a:t>
            </a:r>
            <a:r>
              <a:rPr lang="en-US" b="1" dirty="0" smtClean="0"/>
              <a:t>Knowledge Base</a:t>
            </a:r>
            <a:r>
              <a:rPr lang="en-US" dirty="0" smtClean="0"/>
              <a:t> stores all expert knowledge.</a:t>
            </a:r>
          </a:p>
          <a:p>
            <a:r>
              <a:rPr lang="en-US" dirty="0" smtClean="0"/>
              <a:t>It contains:</a:t>
            </a:r>
          </a:p>
          <a:p>
            <a:r>
              <a:rPr lang="en-US" dirty="0" smtClean="0"/>
              <a:t>Facts </a:t>
            </a:r>
          </a:p>
          <a:p>
            <a:r>
              <a:rPr lang="en-US" dirty="0" smtClean="0"/>
              <a:t>Rules </a:t>
            </a:r>
          </a:p>
          <a:p>
            <a:r>
              <a:rPr lang="en-US" dirty="0" smtClean="0"/>
              <a:t>Relationships </a:t>
            </a:r>
          </a:p>
          <a:p>
            <a:r>
              <a:rPr lang="en-US" dirty="0" smtClean="0"/>
              <a:t>Procedures </a:t>
            </a:r>
          </a:p>
          <a:p>
            <a:r>
              <a:rPr lang="en-US" dirty="0" smtClean="0"/>
              <a:t>It is the "brain" of the expert system.</a:t>
            </a:r>
          </a:p>
          <a:p>
            <a:r>
              <a:rPr lang="en-US" b="1" dirty="0" smtClean="0"/>
              <a:t>Example Rule</a:t>
            </a:r>
          </a:p>
          <a:p>
            <a:r>
              <a:rPr lang="en-US" dirty="0" smtClean="0"/>
              <a:t>IF</a:t>
            </a:r>
          </a:p>
          <a:p>
            <a:r>
              <a:rPr lang="en-US" dirty="0" smtClean="0"/>
              <a:t>Fever = Yes </a:t>
            </a:r>
          </a:p>
          <a:p>
            <a:r>
              <a:rPr lang="en-US" dirty="0" smtClean="0"/>
              <a:t>Cough = Yes </a:t>
            </a:r>
          </a:p>
          <a:p>
            <a:r>
              <a:rPr lang="en-US" dirty="0" smtClean="0"/>
              <a:t>THEN</a:t>
            </a:r>
          </a:p>
          <a:p>
            <a:r>
              <a:rPr lang="en-US" dirty="0" smtClean="0"/>
              <a:t>Disease = Flu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Inference Engine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The </a:t>
            </a:r>
            <a:r>
              <a:rPr lang="en-US" b="1" dirty="0" smtClean="0"/>
              <a:t>Inference Engine</a:t>
            </a:r>
            <a:r>
              <a:rPr lang="en-US" dirty="0" smtClean="0"/>
              <a:t> is the reasoning part.</a:t>
            </a:r>
          </a:p>
          <a:p>
            <a:pPr fontAlgn="base"/>
            <a:r>
              <a:rPr lang="en-US" dirty="0" smtClean="0"/>
              <a:t>Matching user input with rules in the knowledge base</a:t>
            </a:r>
          </a:p>
          <a:p>
            <a:pPr fontAlgn="base"/>
            <a:r>
              <a:rPr lang="en-US" dirty="0" smtClean="0"/>
              <a:t>Applying logical reasoning to derive new facts</a:t>
            </a:r>
          </a:p>
          <a:p>
            <a:pPr fontAlgn="base"/>
            <a:r>
              <a:rPr lang="en-US" dirty="0" smtClean="0"/>
              <a:t>Repeating the reasoning process until a conclusion is found</a:t>
            </a:r>
          </a:p>
          <a:p>
            <a:r>
              <a:rPr lang="en-US" dirty="0" smtClean="0"/>
              <a:t>It acts like the thinking process of a human expert.</a:t>
            </a:r>
          </a:p>
          <a:p>
            <a:r>
              <a:rPr lang="en-US" b="1" dirty="0" smtClean="0"/>
              <a:t>Methods Used</a:t>
            </a:r>
          </a:p>
          <a:p>
            <a:r>
              <a:rPr lang="en-US" dirty="0" smtClean="0"/>
              <a:t>Forward Chaining </a:t>
            </a:r>
          </a:p>
          <a:p>
            <a:r>
              <a:rPr lang="en-US" dirty="0" smtClean="0"/>
              <a:t>Backward Chaining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Explanation Module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 smtClean="0"/>
              <a:t>One of the key advantages of expert systems over many modern AI models is their ability to explain their reasoning. The explanation system helps users understand:</a:t>
            </a:r>
          </a:p>
          <a:p>
            <a:pPr fontAlgn="base"/>
            <a:r>
              <a:rPr lang="en-US" dirty="0" smtClean="0"/>
              <a:t>Why the system asked a particular question</a:t>
            </a:r>
          </a:p>
          <a:p>
            <a:pPr fontAlgn="base"/>
            <a:r>
              <a:rPr lang="en-US" dirty="0" smtClean="0"/>
              <a:t>How it reached a specific conclusion</a:t>
            </a:r>
          </a:p>
          <a:p>
            <a:pPr fontAlgn="base"/>
            <a:r>
              <a:rPr lang="en-US" dirty="0" smtClean="0"/>
              <a:t>Which rules were applied</a:t>
            </a:r>
          </a:p>
          <a:p>
            <a:pPr fontAlgn="base"/>
            <a:r>
              <a:rPr lang="en-US" dirty="0" smtClean="0"/>
              <a:t>What facts influenced the result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Stages of Expert System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Stage 1: Problem Identification</a:t>
            </a:r>
          </a:p>
          <a:p>
            <a:r>
              <a:rPr lang="en-US" dirty="0" smtClean="0"/>
              <a:t>Define the problem. </a:t>
            </a:r>
          </a:p>
          <a:p>
            <a:r>
              <a:rPr lang="en-US" dirty="0" smtClean="0"/>
              <a:t>Decide whether an expert system is suitable. </a:t>
            </a:r>
          </a:p>
          <a:p>
            <a:r>
              <a:rPr lang="en-US" dirty="0" smtClean="0"/>
              <a:t>Determine objectives. </a:t>
            </a:r>
          </a:p>
          <a:p>
            <a:r>
              <a:rPr lang="en-US" b="1" dirty="0" smtClean="0"/>
              <a:t>Example:</a:t>
            </a:r>
            <a:r>
              <a:rPr lang="en-US" dirty="0" smtClean="0"/>
              <a:t> Develop a system to diagnose plant diseases.</a:t>
            </a:r>
          </a:p>
          <a:p>
            <a:r>
              <a:rPr lang="en-US" b="1" dirty="0" smtClean="0"/>
              <a:t>Stage 2: Knowledge Acquisition</a:t>
            </a:r>
          </a:p>
          <a:p>
            <a:r>
              <a:rPr lang="en-US" dirty="0" smtClean="0"/>
              <a:t>Collect knowledge from:</a:t>
            </a:r>
          </a:p>
          <a:p>
            <a:r>
              <a:rPr lang="en-US" dirty="0" smtClean="0"/>
              <a:t>Human experts </a:t>
            </a:r>
          </a:p>
          <a:p>
            <a:r>
              <a:rPr lang="en-US" dirty="0" smtClean="0"/>
              <a:t>Books </a:t>
            </a:r>
          </a:p>
          <a:p>
            <a:r>
              <a:rPr lang="en-US" dirty="0" smtClean="0"/>
              <a:t>Journals </a:t>
            </a:r>
          </a:p>
          <a:p>
            <a:r>
              <a:rPr lang="en-US" dirty="0" smtClean="0"/>
              <a:t>Databases </a:t>
            </a:r>
          </a:p>
          <a:p>
            <a:r>
              <a:rPr lang="en-US" dirty="0" smtClean="0"/>
              <a:t>Previous cases </a:t>
            </a:r>
          </a:p>
          <a:p>
            <a:r>
              <a:rPr lang="en-US" dirty="0" smtClean="0"/>
              <a:t>This is often the most time-consuming stage.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Stage 3: Knowledge Representation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Convert collected knowledge into a form the computer can use.</a:t>
            </a:r>
          </a:p>
          <a:p>
            <a:r>
              <a:rPr lang="en-US" dirty="0" smtClean="0"/>
              <a:t>Methods include:</a:t>
            </a:r>
          </a:p>
          <a:p>
            <a:r>
              <a:rPr lang="en-US" dirty="0" smtClean="0"/>
              <a:t>IF–THEN Rules </a:t>
            </a:r>
          </a:p>
          <a:p>
            <a:r>
              <a:rPr lang="en-US" dirty="0" smtClean="0"/>
              <a:t>Frames </a:t>
            </a:r>
          </a:p>
          <a:p>
            <a:r>
              <a:rPr lang="en-US" dirty="0" smtClean="0"/>
              <a:t>Semantic Networks </a:t>
            </a:r>
          </a:p>
          <a:p>
            <a:r>
              <a:rPr lang="en-US" dirty="0" smtClean="0"/>
              <a:t>Logic </a:t>
            </a:r>
          </a:p>
          <a:p>
            <a:r>
              <a:rPr lang="en-US" dirty="0" smtClean="0"/>
              <a:t>Example:</a:t>
            </a:r>
          </a:p>
          <a:p>
            <a:r>
              <a:rPr lang="en-US" dirty="0" smtClean="0"/>
              <a:t>IF Temperature &gt; 100°F</a:t>
            </a:r>
          </a:p>
          <a:p>
            <a:r>
              <a:rPr lang="en-US" dirty="0" smtClean="0"/>
              <a:t>THEN Fever = Yes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Stage 4: System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Design the architecture.</a:t>
            </a:r>
          </a:p>
          <a:p>
            <a:r>
              <a:rPr lang="en-US" dirty="0" smtClean="0"/>
              <a:t>Create:</a:t>
            </a:r>
          </a:p>
          <a:p>
            <a:r>
              <a:rPr lang="en-US" dirty="0" smtClean="0"/>
              <a:t>Knowledge Base </a:t>
            </a:r>
          </a:p>
          <a:p>
            <a:r>
              <a:rPr lang="en-US" dirty="0" smtClean="0"/>
              <a:t>Inference Engine </a:t>
            </a:r>
          </a:p>
          <a:p>
            <a:r>
              <a:rPr lang="en-US" dirty="0" smtClean="0"/>
              <a:t>User Interface </a:t>
            </a:r>
          </a:p>
          <a:p>
            <a:r>
              <a:rPr lang="en-US" dirty="0" smtClean="0"/>
              <a:t>Working Memory </a:t>
            </a:r>
          </a:p>
          <a:p>
            <a:r>
              <a:rPr lang="en-US" dirty="0" smtClean="0"/>
              <a:t>Explanation Facility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Stage 5: Implementation (Coding)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Develop the expert system using programming languages or expert system shells.</a:t>
            </a:r>
          </a:p>
          <a:p>
            <a:r>
              <a:rPr lang="en-US" dirty="0" smtClean="0"/>
              <a:t>Examples:</a:t>
            </a:r>
          </a:p>
          <a:p>
            <a:r>
              <a:rPr lang="en-US" dirty="0" smtClean="0"/>
              <a:t>Prolog </a:t>
            </a:r>
          </a:p>
          <a:p>
            <a:r>
              <a:rPr lang="en-US" dirty="0" smtClean="0"/>
              <a:t>Lisp </a:t>
            </a:r>
          </a:p>
          <a:p>
            <a:r>
              <a:rPr lang="en-US" dirty="0" smtClean="0"/>
              <a:t>Python </a:t>
            </a:r>
          </a:p>
          <a:p>
            <a:r>
              <a:rPr lang="en-US" dirty="0" smtClean="0"/>
              <a:t>CLIPS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Stage 6: Testing and Validation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Check whether:</a:t>
            </a:r>
          </a:p>
          <a:p>
            <a:r>
              <a:rPr lang="en-US" dirty="0" smtClean="0"/>
              <a:t>Rules are correct. </a:t>
            </a:r>
          </a:p>
          <a:p>
            <a:r>
              <a:rPr lang="en-US" dirty="0" smtClean="0"/>
              <a:t>Conclusions are accurate. </a:t>
            </a:r>
          </a:p>
          <a:p>
            <a:r>
              <a:rPr lang="en-US" dirty="0" smtClean="0"/>
              <a:t>The system behaves like a human expert.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Stage 7: Deployment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Install the expert system for actual users.</a:t>
            </a:r>
          </a:p>
          <a:p>
            <a:r>
              <a:rPr lang="en-US" dirty="0" smtClean="0"/>
              <a:t>Users begin solving real problems with it.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Stage 8: Maintenance and Updating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Continuously update:</a:t>
            </a:r>
          </a:p>
          <a:p>
            <a:r>
              <a:rPr lang="en-US" dirty="0" smtClean="0"/>
              <a:t>New rules </a:t>
            </a:r>
          </a:p>
          <a:p>
            <a:r>
              <a:rPr lang="en-US" dirty="0" smtClean="0"/>
              <a:t>New knowledge </a:t>
            </a:r>
          </a:p>
          <a:p>
            <a:r>
              <a:rPr lang="en-US" dirty="0" smtClean="0"/>
              <a:t>Bug fixes </a:t>
            </a:r>
          </a:p>
          <a:p>
            <a:r>
              <a:rPr lang="en-US" dirty="0" smtClean="0"/>
              <a:t>Performance improvements </a:t>
            </a:r>
          </a:p>
          <a:p>
            <a:r>
              <a:rPr lang="en-US" dirty="0" smtClean="0"/>
              <a:t>This stage keeps the system useful as knowledge evolves.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Concept of Machine Vision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Machine Vision is a branch of Artificial Intelligence (AI) and computer vision that enables a computer or machine to capture, process, analyze, and understand images so it can make decisions automatically without human intervention.</a:t>
            </a:r>
          </a:p>
          <a:p>
            <a:r>
              <a:rPr lang="en-US" dirty="0" smtClean="0"/>
              <a:t>Machine Vision is the technology that enables computers or machines to acquire images, process them, extract useful information, and make decisions without human intervention.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Steps of Machine Vision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Image Acquisition</a:t>
            </a:r>
          </a:p>
          <a:p>
            <a:r>
              <a:rPr lang="en-US" dirty="0" smtClean="0"/>
              <a:t>A camera captures an image of the object. </a:t>
            </a:r>
          </a:p>
          <a:p>
            <a:r>
              <a:rPr lang="en-US" dirty="0" smtClean="0"/>
              <a:t>Proper lighting is essential for obtaining a high-quality image.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Image Pre-processing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captured image is improved before analysis.</a:t>
            </a:r>
          </a:p>
          <a:p>
            <a:r>
              <a:rPr lang="en-US" dirty="0" smtClean="0"/>
              <a:t>Common operations include:</a:t>
            </a:r>
          </a:p>
          <a:p>
            <a:pPr lvl="1"/>
            <a:r>
              <a:rPr lang="en-US" dirty="0" smtClean="0"/>
              <a:t>Removing noise </a:t>
            </a:r>
          </a:p>
          <a:p>
            <a:pPr lvl="1"/>
            <a:r>
              <a:rPr lang="en-US" dirty="0" smtClean="0"/>
              <a:t>Increasing brightness </a:t>
            </a:r>
          </a:p>
          <a:p>
            <a:pPr lvl="1"/>
            <a:r>
              <a:rPr lang="en-US" dirty="0" smtClean="0"/>
              <a:t>Improving contrast </a:t>
            </a:r>
          </a:p>
          <a:p>
            <a:pPr lvl="1"/>
            <a:r>
              <a:rPr lang="en-US" dirty="0" smtClean="0"/>
              <a:t>Filtering </a:t>
            </a:r>
          </a:p>
          <a:p>
            <a:pPr lvl="1"/>
            <a:r>
              <a:rPr lang="en-US" dirty="0" smtClean="0"/>
              <a:t>Resizing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Image Segmentation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system separates the important object from the background.</a:t>
            </a:r>
          </a:p>
          <a:p>
            <a:r>
              <a:rPr lang="en-US" dirty="0" smtClean="0"/>
              <a:t>For example:</a:t>
            </a:r>
          </a:p>
          <a:p>
            <a:pPr lvl="1"/>
            <a:r>
              <a:rPr lang="en-US" dirty="0" smtClean="0"/>
              <a:t>Separate an apple from the table. </a:t>
            </a:r>
          </a:p>
          <a:p>
            <a:pPr lvl="1"/>
            <a:r>
              <a:rPr lang="en-US" dirty="0" smtClean="0"/>
              <a:t>Separate a coin from the background. </a:t>
            </a:r>
          </a:p>
          <a:p>
            <a:r>
              <a:rPr lang="en-US" dirty="0" smtClean="0"/>
              <a:t>This helps the computer focus only on the required object.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Feature Extraction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computer identifies important characteristics of the object.</a:t>
            </a:r>
          </a:p>
          <a:p>
            <a:r>
              <a:rPr lang="en-US" dirty="0" smtClean="0"/>
              <a:t>Examples of features:</a:t>
            </a:r>
          </a:p>
          <a:p>
            <a:pPr lvl="1"/>
            <a:r>
              <a:rPr lang="en-US" dirty="0" smtClean="0"/>
              <a:t>Shape </a:t>
            </a:r>
          </a:p>
          <a:p>
            <a:pPr lvl="1"/>
            <a:r>
              <a:rPr lang="en-US" dirty="0" smtClean="0"/>
              <a:t>Size </a:t>
            </a:r>
          </a:p>
          <a:p>
            <a:pPr lvl="1"/>
            <a:r>
              <a:rPr lang="en-US" dirty="0" smtClean="0"/>
              <a:t>Color </a:t>
            </a:r>
          </a:p>
          <a:p>
            <a:pPr lvl="1"/>
            <a:r>
              <a:rPr lang="en-US" dirty="0" smtClean="0"/>
              <a:t>Edges </a:t>
            </a:r>
          </a:p>
          <a:p>
            <a:pPr lvl="1"/>
            <a:r>
              <a:rPr lang="en-US" dirty="0" smtClean="0"/>
              <a:t>Texture </a:t>
            </a:r>
          </a:p>
          <a:p>
            <a:pPr lvl="1"/>
            <a:r>
              <a:rPr lang="en-US" dirty="0" smtClean="0"/>
              <a:t>Corners </a:t>
            </a:r>
          </a:p>
          <a:p>
            <a:r>
              <a:rPr lang="en-US" dirty="0" smtClean="0"/>
              <a:t>These features help identify or classify the object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Object Recognition / 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extracted features are compared with stored patterns.</a:t>
            </a:r>
          </a:p>
          <a:p>
            <a:r>
              <a:rPr lang="en-US" dirty="0" smtClean="0"/>
              <a:t>The system determines:</a:t>
            </a:r>
          </a:p>
          <a:p>
            <a:pPr lvl="1"/>
            <a:r>
              <a:rPr lang="en-US" dirty="0" smtClean="0"/>
              <a:t>What the object is </a:t>
            </a:r>
          </a:p>
          <a:p>
            <a:pPr lvl="1"/>
            <a:r>
              <a:rPr lang="en-US" dirty="0" smtClean="0"/>
              <a:t>Whether it is defective </a:t>
            </a:r>
          </a:p>
          <a:p>
            <a:pPr lvl="1"/>
            <a:r>
              <a:rPr lang="en-US" dirty="0" smtClean="0"/>
              <a:t>Which category it belongs to </a:t>
            </a:r>
          </a:p>
          <a:p>
            <a:r>
              <a:rPr lang="en-US" dirty="0" smtClean="0"/>
              <a:t>Example:</a:t>
            </a:r>
          </a:p>
          <a:p>
            <a:r>
              <a:rPr lang="en-US" dirty="0" smtClean="0"/>
              <a:t>Good bottle </a:t>
            </a:r>
          </a:p>
          <a:p>
            <a:r>
              <a:rPr lang="en-US" dirty="0" smtClean="0"/>
              <a:t>Broken bottle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Decision Making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machine decides what action should be taken.</a:t>
            </a:r>
          </a:p>
          <a:p>
            <a:r>
              <a:rPr lang="en-US" dirty="0" smtClean="0"/>
              <a:t>Examples:</a:t>
            </a:r>
          </a:p>
          <a:p>
            <a:pPr lvl="1"/>
            <a:r>
              <a:rPr lang="en-US" dirty="0" smtClean="0"/>
              <a:t>Accept the product </a:t>
            </a:r>
          </a:p>
          <a:p>
            <a:pPr lvl="1"/>
            <a:r>
              <a:rPr lang="en-US" dirty="0" smtClean="0"/>
              <a:t>Reject the defective product </a:t>
            </a:r>
          </a:p>
          <a:p>
            <a:pPr lvl="1"/>
            <a:r>
              <a:rPr lang="en-US" dirty="0" smtClean="0"/>
              <a:t>Count objects </a:t>
            </a:r>
          </a:p>
          <a:p>
            <a:pPr lvl="1"/>
            <a:r>
              <a:rPr lang="en-US" dirty="0" smtClean="0"/>
              <a:t>Measure dimensions </a:t>
            </a:r>
          </a:p>
          <a:p>
            <a:pPr lvl="1"/>
            <a:r>
              <a:rPr lang="en-US" dirty="0" smtClean="0"/>
              <a:t>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Tutorial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Application </a:t>
            </a:r>
            <a:r>
              <a:rPr lang="en-US" dirty="0" smtClean="0"/>
              <a:t>of </a:t>
            </a:r>
            <a:r>
              <a:rPr lang="en-US" dirty="0" smtClean="0"/>
              <a:t>machine</a:t>
            </a:r>
          </a:p>
          <a:p>
            <a:r>
              <a:rPr lang="en-US" dirty="0" smtClean="0"/>
              <a:t>Hard vs. Strong Al, Soft vs. Weak AI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718</Words>
  <Application>Microsoft Office PowerPoint</Application>
  <PresentationFormat>On-screen Show (4:3)</PresentationFormat>
  <Paragraphs>146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Expert System And Machine Vision </vt:lpstr>
      <vt:lpstr>Slide 2</vt:lpstr>
      <vt:lpstr>Architecture of an Expert System </vt:lpstr>
      <vt:lpstr>Knowledge Base</vt:lpstr>
      <vt:lpstr>Inference Engine</vt:lpstr>
      <vt:lpstr>Explanation Module</vt:lpstr>
      <vt:lpstr>Stages of Expert System Development</vt:lpstr>
      <vt:lpstr>Stage 3: Knowledge Representation</vt:lpstr>
      <vt:lpstr>Stage 4: System Design</vt:lpstr>
      <vt:lpstr>Stage 5: Implementation (Coding)</vt:lpstr>
      <vt:lpstr>Stage 6: Testing and Validation</vt:lpstr>
      <vt:lpstr>Stage 7: Deployment</vt:lpstr>
      <vt:lpstr>Stage 8: Maintenance and Updating </vt:lpstr>
      <vt:lpstr>Concept of Machine Vision</vt:lpstr>
      <vt:lpstr>Steps of Machine Vision</vt:lpstr>
      <vt:lpstr>Image Pre-processing</vt:lpstr>
      <vt:lpstr>Image Segmentation</vt:lpstr>
      <vt:lpstr>Feature Extraction</vt:lpstr>
      <vt:lpstr>Object Recognition / Classification</vt:lpstr>
      <vt:lpstr>Decision Making</vt:lpstr>
      <vt:lpstr>Tutorial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Expert System And Machine Vision </dc:title>
  <dc:creator>Acer</dc:creator>
  <cp:lastModifiedBy>Acer</cp:lastModifiedBy>
  <cp:revision>41</cp:revision>
  <dcterms:created xsi:type="dcterms:W3CDTF">2006-08-16T00:00:00Z</dcterms:created>
  <dcterms:modified xsi:type="dcterms:W3CDTF">2026-07-15T16:36:26Z</dcterms:modified>
</cp:coreProperties>
</file>